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3"/>
                </a:solidFill>
              </a:defRPr>
            </a:pPr>
            <a:r>
              <a:t>GK充电宝｜血糖稳态与血糖稳态系统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血糖稳态：维持血糖在相对稳定的生理范围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核心传感器：葡萄糖激酶（GK）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9184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三大调节轴：胰岛—肝脏、肠道—胰岛、神经—内分泌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5196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2 型糖尿病：稳态失衡与 GK 调节策略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