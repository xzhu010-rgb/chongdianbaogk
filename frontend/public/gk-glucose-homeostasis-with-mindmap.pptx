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3"/>
                </a:solidFill>
              </a:defRPr>
            </a:pPr>
            <a:r>
              <a:t>GK充电宝｜血糖稳态与血糖稳态系统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15600" cy="594360"/>
          </a:xfrm>
          <a:prstGeom prst="rect">
            <a:avLst/>
          </a:prstGeom>
          <a:solidFill>
            <a:srgbClr val="E4F1FF"/>
          </a:solidFill>
          <a:ln>
            <a:solidFill>
              <a:srgbClr val="B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24466E"/>
                </a:solidFill>
              </a:defRPr>
            </a:pPr>
            <a:r>
              <a:t>血糖稳态：维持血糖在相对稳定的生理范围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515600" cy="594360"/>
          </a:xfrm>
          <a:prstGeom prst="rect">
            <a:avLst/>
          </a:prstGeom>
          <a:solidFill>
            <a:srgbClr val="E4F1FF"/>
          </a:solidFill>
          <a:ln>
            <a:solidFill>
              <a:srgbClr val="B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24466E"/>
                </a:solidFill>
              </a:defRPr>
            </a:pPr>
            <a:r>
              <a:t>核心传感器：葡萄糖激酶（GK）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91840"/>
            <a:ext cx="10515600" cy="594360"/>
          </a:xfrm>
          <a:prstGeom prst="rect">
            <a:avLst/>
          </a:prstGeom>
          <a:solidFill>
            <a:srgbClr val="E4F1FF"/>
          </a:solidFill>
          <a:ln>
            <a:solidFill>
              <a:srgbClr val="B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24466E"/>
                </a:solidFill>
              </a:defRPr>
            </a:pPr>
            <a:r>
              <a:t>三大调节轴：胰岛—肝脏、肠道—胰岛、神经—内分泌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51960"/>
            <a:ext cx="10515600" cy="594360"/>
          </a:xfrm>
          <a:prstGeom prst="rect">
            <a:avLst/>
          </a:prstGeom>
          <a:solidFill>
            <a:srgbClr val="E4F1FF"/>
          </a:solidFill>
          <a:ln>
            <a:solidFill>
              <a:srgbClr val="B9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24466E"/>
                </a:solidFill>
              </a:defRPr>
            </a:pPr>
            <a:r>
              <a:t>2 型糖尿病：稳态失衡与 GK 调节策略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3"/>
                </a:solidFill>
              </a:defRPr>
            </a:pPr>
            <a:r>
              <a:t>思维导图｜血糖稳态系统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2743200"/>
            <a:ext cx="2194560" cy="731520"/>
          </a:xfrm>
          <a:prstGeom prst="roundRect">
            <a:avLst/>
          </a:prstGeom>
          <a:solidFill>
            <a:srgbClr val="1681EF"/>
          </a:solidFill>
          <a:ln>
            <a:solidFill>
              <a:srgbClr val="168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血糖稳态系统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2926080" cy="640080"/>
          </a:xfrm>
          <a:prstGeom prst="roundRect">
            <a:avLst/>
          </a:prstGeom>
          <a:solidFill>
            <a:srgbClr val="E4F1FF"/>
          </a:solidFill>
          <a:ln>
            <a:solidFill>
              <a:srgbClr val="7AB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/>
            </a:pPr>
            <a:r>
              <a:t>血糖稳态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2926080" cy="640080"/>
          </a:xfrm>
          <a:prstGeom prst="roundRect">
            <a:avLst/>
          </a:prstGeom>
          <a:solidFill>
            <a:srgbClr val="E4F1FF"/>
          </a:solidFill>
          <a:ln>
            <a:solidFill>
              <a:srgbClr val="7AB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/>
            </a:pPr>
            <a:r>
              <a:t>核心传感器 GK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97680"/>
            <a:ext cx="2926080" cy="640080"/>
          </a:xfrm>
          <a:prstGeom prst="roundRect">
            <a:avLst/>
          </a:prstGeom>
          <a:solidFill>
            <a:srgbClr val="E4F1FF"/>
          </a:solidFill>
          <a:ln>
            <a:solidFill>
              <a:srgbClr val="7AB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/>
            </a:pPr>
            <a:r>
              <a:t>三大调节轴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297680"/>
            <a:ext cx="2926080" cy="640080"/>
          </a:xfrm>
          <a:prstGeom prst="roundRect">
            <a:avLst/>
          </a:prstGeom>
          <a:solidFill>
            <a:srgbClr val="E4F1FF"/>
          </a:solidFill>
          <a:ln>
            <a:solidFill>
              <a:srgbClr val="7AB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/>
            </a:pPr>
            <a:r>
              <a:t>2 型糖尿病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